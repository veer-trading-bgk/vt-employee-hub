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Fees &amp; Charges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What are your account opening fees? There is no account opening fee, and AMC is waived for the first year.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2026-07-07T05:20:32Z</dcterms:created>
  <dcterms:modified xsi:type="dcterms:W3CDTF">2026-07-07T05:20:32Z</dcterms:modified>
</cp:coreProperties>
</file>